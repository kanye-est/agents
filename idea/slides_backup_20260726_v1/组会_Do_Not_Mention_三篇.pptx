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开场30秒：今天分享三篇 agent skill 安全的论文，主讲 Do Not Mention，它是 USENIX Security 2026 已录用的大规模测量；再用 SCR 和 HalluSquatting 两篇补充。更重要的是，我会把它们和我正在做的 idea 串起来——一句话：当用户只给普通任务时，agent 会不会自己去发现、安装、调用一个恶意 skill。全程约 30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这张图是今天的骨架。真实的 agent 供应链风险要同时成立三件事：①市场里真有恶意 skill（Do Not Mention）；②就算每个 skill 单独干净，组合或背书也能促成有害安装（SCR）；③连装哪个都能被 AI 幻觉劫持、一路打到远程代码执行（HalluSquatting）。但三篇都没回答最下面那条紫色的问题：用户只给普通任务、目标一开始没装时，agent 会不会自己走完发现→安装→调用。这就是我的落点。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给没接触过的同学 30 秒背景。Agent 就是会自己规划、会调用工具（开终端、读写文件、联网）的 LLM 应用。Skill 是第三方插件，一个文件夹，核心是 SKILL.md：一半是给人看的自然语言说明，一半是真正执行的脚本。用户一句“帮我装个天气 skill”，agent 就去公开市场下载安装。危险有三点：默认信任、本地权限、以及——自然语言本身就是攻击面，坏话可以直接写在说明里。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先看一个论文里的真实样本，这也是标题的由来。左边 SKILL.md 写着 math-calculator、“安全地做算术”；右边 calculate.py 第 32 行却是一段反弹 shell：连到攻击者的 20.120.229.246:4444，把终端交出去。文档和行为完全不一致——论文把这种“文档掩盖真实行为”叫 shadow feature，标题“别跟用户提这个”就是这类 skill 里反复出现的指令。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这是全篇骨架。两个公开市场共 98,380 个 skill；静态规则筛出 4,287 个可疑（4.4%）；放进沙箱动态执行，762 个真的触发了可疑运行时行为；两位研究者独立人工复核，确认 157 个是真恶意，标注出 632 个漏洞、13 种技术。每一层都在收紧证据强度。注意 157/98,380 = 0.16% 是“高精度行为确认”的下界，因为很多可疑样本因沙箱时限或休眠触发没被激活；但也不能反过来说真实比例一定高很多。顺便点一个坑：SCR 引用的“26.1% 有漏洞”不是这篇，是另一篇的静态筛查口径，别混。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它的可信度来自方法。Docker 隔离沙箱，全程监控网络、系统调用、文件；埋 honeypot 诱饵凭证看它会不会去偷；用三种方式触发（元数据、LLM 生成输入、多轮调用）；而且只有观察到真实坏行为才进人工双复核，一致性 κ=0.91。结果是行为验证精度 99.6%，比最强的纯静态基线（≤1.1%）高约 90 倍。责任披露后 157 个全部下架。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这篇不是“扫完文件就结束”，后半段的分析才是贡献。RQ1 全貌：632 漏洞、13 技术、6 阶段，平均每个恶意 skill 含 4.03 个漏洞——是蓄意分层；84.2% 的漏洞就写在 SKILL.md 的自然语言里。RQ2 策略：用统计检验发现两种“负相关”的攻击原型——Data Thieves 专做数据外泄，Agent Hijackers 专做指令劫持，攻击者二选一专精；而且单一“工业化”行为者用模板化品牌仿冒贡献了 54.1%。RQ3 逃避：越高级的攻击越隐蔽，shadow features 从最低级的 0% 升到最高级的 100%，还会武器化平台自带的信任机制。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小结主讲、接到我的问题。它回答了“坏 skill 真实存在吗”——有，而且规模化、隐蔽化。但它没回答“用户只给普通任务时，agent 会不会自己把它获取进来”。所以它给了现实性，但不能替代获取链路的端到端实验。带着这个缺口看两篇补充。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类比：保安交一张“这些门没锁”的清单，主管说“任务挺正常”，门禁员照着就把门开了——没人单独做错，门却开了。SCR 把“人”换成“skill”。论文这张图：文件审计 skill 输出目标清单，安全审查 skill 输出“建议批准”，访问管理 skill 消费这两个信号就改了权限。危险不在任何一个 skill，而在它们之间被激活的“组合路径”。所以它主张：审核单位要从“单个 skill”升级到“激活的路径”，而且只看真实的下游状态改变，不看嘴上说。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它做了 SCR-Bench，三个子基准，都在沙箱里以“真实状态改变”计分，跑了约十个大模型。能力流 CapFlow：单独几乎 0%，组合后平均 33.6%，DeepSeek-V4 超过 90%。信任转移 TrustLift 最猛：没有背书时有害安装平均 1.1%，加一个“安全审查已通过”的背书就冲到 83.9%，五个后端里四个超过 96.5%。授权混淆 AuthBlur：把“建议”当“授权”，风险从 15.7% 升到 27%。一句话：单独看无害，组合或背书后风险跃升。注意第一列 Neutral 用的是中性任务语言——所以我不能说自己“第一个测自主/中性触发”。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必须诚实说清 SCR 的边界，也顺便修正我以前的过度主张。SCR 用 mock 沙箱是为了拿到干净的路径级 ground truth，代价是没覆盖真实市场和真实落盘；而且 TrustLift 是从一个“已经出现的安装请求”开始的。所以我不能再说“第一个研究 install”或“第一个测自主触发”，这些都被它占了。我可守的区别是：从普通能力任务触发、目标未装、走真实落盘/注册/调用的同一条轨迹逐段测。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类比 typosquatting，但抢的不是人的错别字，是 AI 的错。你让 agent “clone 那个 librepods”“装个 skill vetter”，AI 会自信地编出一个错误的地址（错的 GitHub owner，或错的 slug）。坏人提前统计 AI 最常编哪个错名、抢先注册、塞入恶意提示词。看这张威胁模型图：用户触发→AI 规划→幻觉出资源名→框架去取回→上下文投毒→工具调用，最后装 bot。因为幻觉跨模型可预测，占坑一次能命中一大片，甚至组 botnet。威胁模型很弱：坏人只要能看趋势榜、能注册一个资源，不需要攻破用户。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第一组证据，一万四千次查询。2025 年新出的热门仓库，平均 92.4% 编错 owner，很多组合是 100% 全错；2013–2018 的老仓库作为对照只有 0.9%。差别就在训练数据：老的见过、记得住，新的只能编。skill 安装场景同理，可高达 100%。关键不是“偶尔手滑”，而是“系统性、可预测”，坏人正是统计这个分布去占坑。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第二组证据，专门针对 skill 安装。V1 掉词：用户说 install skill-vetter（市场第二热门），因为引导文里“skill”这个词太多，模型把它当噪声删掉，解析成 slug vetter，80–100% 命中——坏人注册 vetter 就行。V2 名不符实：市场把显示名和真实 slug 分开索引，用户复制显示名去装，模型只能编一个，100% 落到可占坑的名字。最惨是非英文文档的 skill，英文搜索直接把正牌挤出前十，连纠错路径都断了。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第三组证据，真实产品上的端到端。代码助手（Cursor、Windsurf、Cline 等六个）clone 场景 20–65% 打到工具调用或 RCE；个人助手（OpenClaw、ZeroClaw、NanoClaw）install 场景 40–100%。装进去之后，聊天记录外泄 96%、终端反弹 shell 84%。要讲清楚它是受控分阶段：公开平台只注册良性替身测占坑，真实 RCE 载荷是在研究者自己机器上测的，不是公开投毒。一个细节：只有会“运行前完整检查脚本”的后端偶尔拒绝，几乎所有 Claude 后端都默默中招。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同样诚实收边界。它在真实产品上打到 RCE，所以“第一个测真实执行”也被占了。但它的触发是用户明确要 clone/install——用户已经有获取意图，只是被幻觉劫持到恶意资源。我测的是用户零获取意图、只给普通任务时，agent 会不会自发去装。威胁模型不同：被劫持的显式安装 vs 任务诱导的自主安装。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这是最关键的一张图。把 agent 获取一个 skill 的完整生命周期横着摆开：能力缺口→外部发现→发出安装→解析执行→落盘→注册→调用→载荷。Do Not Mention 在最左边——市场里有恶意供给在等着。SCR 覆盖“发出→执行”，但在 mock 环境、从已有安装请求起步。HalluSquatting 覆盖“显式 install→落盘→调用→RCE”，但用户已有获取意图。没有一篇把最下面那条紫色的路径——普通任务触发、目标未装、agent 自主走完整条链、并逐段测断点——放进同一条轨迹。那个问号就是我怀疑最容易断的地方。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方法上，我不报一个笼统的攻击成功率，而是把端到端风险写成逐段条件概率的乘积，测每一段的存活率，找真正的瓶颈。紫色高亮的“发出→执行”是我最怀疑会断的地方——先导调试里模型已经吐出了 install 调用，却因为 tool budget 没真执行。必须强调：这张图是示意，每段的真实数字要由 pilot 测出来，不是既有结论。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我已经有两个先导抓手。左边：预装条件下，恶意 skill 的选中率 Vanilla 0/20、粗蹭热度 2/20、5 轮优化 1/20——只在单模型/单框架/20 任务下成立，是先导观察不是定律。右边就是那个测量陷阱：模型吐出了 install_skill，但默认 3 轮 tool budget 被耗尽，安装从未真正执行。它说明 emitted / parsed / executed 必须拆开测，也正是我下一步要修的 instrumentation。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收尾讲下一步和讨论题。下一步很克制：先修好逐段的 instrumentation，把安装做成真实落盘+manifest+registry 三重验证，跑 60–100 次小 pilot，按预先写好的规则做 Go/No-Go——只有出现稳定、可归因、可复现的结构才继续，否则就停，不硬凑故事。两个讨论题：一是全链测量要多强的结构才够发论文；二是要多真实的系统要素才不算玩具。谢谢，请老师和大家指点。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这页是备用，被追问时用。关键红线：不抢“第一个”；26.1% 别错当本篇；自己的先导结果带条件；三篇不横比；gap 不等于贡献。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组会论文分享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主讲  </a:t>
            </a:r>
            <a:r>
              <a:rPr sz="24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“Do Not Mention This to the User”</a:t>
            </a:r>
          </a:p>
          <a:p>
            <a:pPr algn="l"/>
            <a:r>
              <a:rPr sz="1500" b="0">
                <a:solidFill>
                  <a:srgbClr val="6B7688"/>
                </a:solidFill>
                <a:latin typeface="Alibaba PuHuiTi 3.0"/>
                <a:ea typeface="Alibaba PuHuiTi 3.0"/>
                <a:cs typeface="Alibaba PuHuiTi 3.0"/>
              </a:rPr>
              <a:t>       Detecting &amp; Understanding Malicious Agent Skills in the Wild · USENIX Security 2026</a:t>
            </a:r>
          </a:p>
          <a:p>
            <a:pPr algn="l"/>
            <a:r>
              <a:rPr sz="240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补充  </a:t>
            </a:r>
            <a:r>
              <a:rPr sz="22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SCR（组合风险）  ｜  HalluSquatting（幻觉抢注）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4297680"/>
            <a:ext cx="10241280" cy="1051560"/>
          </a:xfrm>
          <a:prstGeom prst="roundRect">
            <a:avLst>
              <a:gd name="adj" fmla="val 6000"/>
            </a:avLst>
          </a:prstGeom>
          <a:solidFill>
            <a:srgbClr val="E7D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4297680"/>
            <a:ext cx="128016" cy="105156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297680"/>
            <a:ext cx="9784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我的方向：</a:t>
            </a:r>
            <a:r>
              <a:rPr sz="18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当用户只给普通任务时，agent 会不会自主“获取”一个尚未安装的恶意 skill？</a:t>
            </a:r>
          </a:p>
          <a:p>
            <a:pPr algn="l"/>
            <a:r>
              <a:rPr sz="1500" b="0">
                <a:solidFill>
                  <a:srgbClr val="6B7688"/>
                </a:solidFill>
                <a:latin typeface="Alibaba PuHuiTi 3.0"/>
                <a:ea typeface="Alibaba PuHuiTi 3.0"/>
                <a:cs typeface="Alibaba PuHuiTi 3.0"/>
              </a:rPr>
              <a:t>三篇论文正好拼出「恶意供给 → 促成安装 → 真实执行」，我来测这条链能不能自主接通。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汇报人：（你的名字）   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今天的主线：一个问题的三段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ROADMAP</a:t>
            </a:r>
          </a:p>
        </p:txBody>
      </p:sp>
      <p:pic>
        <p:nvPicPr>
          <p:cNvPr id="6" name="Picture 5" descr="fi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95766"/>
            <a:ext cx="11274552" cy="42950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恶意供给 → 促成安装 → 真实执行；我落在“普通任务能否自主获取”这一段。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先铺个底：什么是 agent skill？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背景</a:t>
            </a:r>
          </a:p>
        </p:txBody>
      </p:sp>
      <p:pic>
        <p:nvPicPr>
          <p:cNvPr id="6" name="Picture 5" descr="fig_skil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522"/>
            <a:ext cx="11274552" cy="4047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主讲 ·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“Do Not Mention This to the User”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114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8EEF6"/>
                </a:solidFill>
                <a:latin typeface="Alibaba PuHuiTi 3.0"/>
                <a:ea typeface="Alibaba PuHuiTi 3.0"/>
                <a:cs typeface="Alibaba PuHuiTi 3.0"/>
              </a:rPr>
              <a:t>Detecting &amp; Understanding Malicious Agent Skills in the Wild · USENIX Security 2026 · Yi Liu et 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" y="3977639"/>
            <a:ext cx="201168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一个真实的恶意 skill 长什么样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Do Not Mention</a:t>
            </a:r>
          </a:p>
        </p:txBody>
      </p:sp>
      <p:pic>
        <p:nvPicPr>
          <p:cNvPr id="6" name="Picture 5" descr="dnm_fig1_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9109"/>
            <a:ext cx="11274552" cy="42483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说明写“安全的计算器”，脚本里却藏了反弹 shell —— 文档说的 ≠ 实际做的。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它怎么测：从 9.8 万到 157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测量漏斗</a:t>
            </a:r>
          </a:p>
        </p:txBody>
      </p:sp>
      <p:pic>
        <p:nvPicPr>
          <p:cNvPr id="6" name="Picture 5" descr="dnm_fig3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90" y="1188720"/>
            <a:ext cx="10209171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0.16% 是“行为确认恶意”的高精度下界，不是“生态只有 0.16% 有风险”。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为什么可信：四道关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验证质量</a:t>
            </a:r>
          </a:p>
        </p:txBody>
      </p:sp>
      <p:pic>
        <p:nvPicPr>
          <p:cNvPr id="6" name="Picture 5" descr="fig_dnm_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522"/>
            <a:ext cx="11274552" cy="4047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三个发现：RQ1 / RQ2 / RQ3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核心结论</a:t>
            </a:r>
          </a:p>
        </p:txBody>
      </p:sp>
      <p:pic>
        <p:nvPicPr>
          <p:cNvPr id="6" name="Picture 5" descr="fig_dnm_r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8855"/>
            <a:ext cx="11274552" cy="43688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重点是后半段的分析：攻击是蓄意分层、分工明确、且逃避随复杂度升级。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它回答了什么，没回答什么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承上启下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libaba PuHuiTi 3.0"/>
                <a:ea typeface="Alibaba PuHuiTi 3.0"/>
                <a:cs typeface="Alibaba PuHuiTi 3.0"/>
              </a:rPr>
              <a:t>✓  回答了：</a:t>
            </a:r>
          </a:p>
          <a:p>
            <a:pPr algn="l"/>
            <a:r>
              <a:rPr sz="22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  外部市场里真有行为确认的恶意 skill —— 而且已经规模化、隐蔽化供应。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4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✗  没回答：</a:t>
            </a:r>
          </a:p>
          <a:p>
            <a:pPr algn="l"/>
            <a:r>
              <a:rPr sz="22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  当用户只给普通能力任务时，agent 会不会“自主”把这些第三方 skill 发现、安装、调用进来？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→  </a:t>
            </a:r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生态测量给了“现实性锚点”，但替代不了 acquisition 的端到端实验。这正是我的切入点。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补充① · SUPPLEMENT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SCR：Benign in Isolation, Harmful in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114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8EEF6"/>
                </a:solidFill>
                <a:latin typeface="Alibaba PuHuiTi 3.0"/>
                <a:ea typeface="Alibaba PuHuiTi 3.0"/>
                <a:cs typeface="Alibaba PuHuiTi 3.0"/>
              </a:rPr>
              <a:t>Skill Composition Risk · arXiv 2606.15242 · 华东师大 / A*STAR（预印本）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" y="3977639"/>
            <a:ext cx="201168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核心：单个都干净，组合起来出事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SCR</a:t>
            </a:r>
          </a:p>
        </p:txBody>
      </p:sp>
      <p:pic>
        <p:nvPicPr>
          <p:cNvPr id="6" name="Picture 5" descr="scr_fig1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07" y="1188720"/>
            <a:ext cx="11076336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三个 skill 单独审都合规，串在一起——“清单+已审核+建议”被当成授权，就越权开放了资源。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结果：单独 vs 组合，三种机制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SCR 结果</a:t>
            </a:r>
          </a:p>
        </p:txBody>
      </p:sp>
      <p:pic>
        <p:nvPicPr>
          <p:cNvPr id="6" name="Picture 5" descr="fig_scr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770" y="1188720"/>
            <a:ext cx="10063410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TrustLift 最猛：一个“已审核”背书，把有害安装从 1.1% 抬到 83.9%。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SCR 的边界 → 接我的问题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SCR 已经很接近，但它：</a:t>
            </a:r>
          </a:p>
          <a:p>
            <a:pPr algn="l"/>
            <a:r>
              <a:rPr sz="21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全部在 mock 沙箱、观测“模拟状态改变”，没有真实市场 / 真实落盘 / 注册；</a:t>
            </a:r>
          </a:p>
          <a:p>
            <a:pPr algn="l"/>
            <a:r>
              <a:rPr sz="21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TrustLift 从一个“已经出现的下游安装请求”起步，不是普通任务自发去发现；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0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所以我不能再说：</a:t>
            </a:r>
            <a:r>
              <a:rPr sz="20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“第一个研究 install”“第一个测自主触发”“SCR 只测预装 skill”。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→  </a:t>
            </a:r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可守的区别：普通任务触发 + 真实落盘/注册/调用 的“同一条轨迹”逐段测量。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补充② · SUPPLEMENT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HalluSquatting：Beware of Agentic Botnets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114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8EEF6"/>
                </a:solidFill>
                <a:latin typeface="Alibaba PuHuiTi 3.0"/>
                <a:ea typeface="Alibaba PuHuiTi 3.0"/>
                <a:cs typeface="Alibaba PuHuiTi 3.0"/>
              </a:rPr>
              <a:t>抢注 AI 的“幻觉” · arXiv 2607.07433 · Tel Aviv U / Technion / Intuit（预印本）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" y="3977639"/>
            <a:ext cx="201168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机制：抢注“AI 记错的名字”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HalluSquatting</a:t>
            </a:r>
          </a:p>
        </p:txBody>
      </p:sp>
      <p:pic>
        <p:nvPicPr>
          <p:cNvPr id="6" name="Picture 5" descr="hallu_fig1_thr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36" y="1188720"/>
            <a:ext cx="10382479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门槛极低：坏人只要能看趋势 + 在公开平台注册一个名字，等 AI 自己“记错”送上门。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证据①：AI 到底多爱记错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证据 1/3</a:t>
            </a:r>
          </a:p>
        </p:txBody>
      </p:sp>
      <p:pic>
        <p:nvPicPr>
          <p:cNvPr id="6" name="Picture 5" descr="fig_hallu_hall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9" y="1188720"/>
            <a:ext cx="11089312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只要资源比模型训练时间新，AI 几乎必然编错 owner —— 而且编得有规律、可抢注。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证据②：skill 市场的两个结构缺口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证据 2/3</a:t>
            </a:r>
          </a:p>
        </p:txBody>
      </p:sp>
      <p:pic>
        <p:nvPicPr>
          <p:cNvPr id="6" name="Picture 5" descr="fig_hallu_v1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2562"/>
            <a:ext cx="11274552" cy="42814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不是用户打错字，是市场命名结构 + AI 解析习惯，让“记错”成了默认结果。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证据③：真的打到 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证据 3/3</a:t>
            </a:r>
          </a:p>
        </p:txBody>
      </p:sp>
      <p:pic>
        <p:nvPicPr>
          <p:cNvPr id="6" name="Picture 5" descr="fig_hallu_e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7917"/>
            <a:ext cx="11274552" cy="45707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真实产品上端到端命中：代码助手 20–65%，个人助手 40–100%；装进去后聊天外泄 96%。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HalluSquatting 的边界 → 接我的问题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它已经打到真实 RCE（40–100%），所以我不能说“第一个测真实执行”。但：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1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它的触发是 </a:t>
            </a:r>
            <a:r>
              <a:rPr sz="21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用户明确要求 clone / install</a:t>
            </a:r>
            <a:r>
              <a:rPr sz="21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（用户本来就有获取意图，只是被幻觉+抢注劫持）。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→  </a:t>
            </a:r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我要测的是：用户</a:t>
            </a:r>
            <a:r>
              <a:rPr sz="22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完全没有获取意图</a:t>
            </a:r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、只给普通能力任务时，agent 会不会自发把 skill 装进来。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1900" b="0">
                <a:solidFill>
                  <a:srgbClr val="6B7688"/>
                </a:solidFill>
                <a:latin typeface="Alibaba PuHuiTi 3.0"/>
                <a:ea typeface="Alibaba PuHuiTi 3.0"/>
                <a:cs typeface="Alibaba PuHuiTi 3.0"/>
              </a:rPr>
              <a:t>      两者威胁模型不同：一个是“被劫持的显式安装”，一个是“任务诱导的自主安装”。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我的 idea · MY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三篇 → 我要测的“同一条轨迹”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114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8EEF6"/>
                </a:solidFill>
                <a:latin typeface="Alibaba PuHuiTi 3.0"/>
                <a:ea typeface="Alibaba PuHuiTi 3.0"/>
                <a:cs typeface="Alibaba PuHuiTi 3.0"/>
              </a:rPr>
              <a:t>Task-induced Autonomous Acquisition：普通任务能否自主接通 发现→安装→调用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" y="3977639"/>
            <a:ext cx="201168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三篇各覆盖一段，我测同一条链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整合</a:t>
            </a:r>
          </a:p>
        </p:txBody>
      </p:sp>
      <p:pic>
        <p:nvPicPr>
          <p:cNvPr id="6" name="Picture 5" descr="fig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435" y="1188720"/>
            <a:ext cx="8804081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三篇分别做了“供给 / 促装 / 执行”；没人把“普通任务→自主全链→逐段归因”放进同一条轨迹。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我的框架：把风险拆成逐段存活率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方法</a:t>
            </a:r>
          </a:p>
        </p:txBody>
      </p:sp>
      <p:pic>
        <p:nvPicPr>
          <p:cNvPr id="6" name="Picture 5" descr="fig_my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97" y="1188720"/>
            <a:ext cx="10526357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不报一个总 ASR，而是报每一段的条件存活率，指出真正的瓶颈在哪。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我已有的先导抓手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先导结果</a:t>
            </a:r>
          </a:p>
        </p:txBody>
      </p:sp>
      <p:pic>
        <p:nvPicPr>
          <p:cNvPr id="6" name="Picture 5" descr="fig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8059"/>
            <a:ext cx="11274552" cy="44504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两个先导现象都要带条件讲：它们是 idea 演化的证据，不是普适结论。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讨论 &amp; 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收尾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下一步（先做小 pilot，再决定要不要扩大）</a:t>
            </a:r>
          </a:p>
          <a:p>
            <a:pPr algn="l"/>
            <a:r>
              <a:rPr sz="19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1. 修 instrumentation：可配 tool budget，拆开 emitted / parsed / executed / on-disk / registered / invoked；</a:t>
            </a:r>
          </a:p>
          <a:p>
            <a:pPr algn="l"/>
            <a:r>
              <a:rPr sz="19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2. 真实落盘 + manifest + registry 三重验证“真的装上了”；</a:t>
            </a:r>
          </a:p>
          <a:p>
            <a:pPr algn="l"/>
            <a:r>
              <a:rPr sz="19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3. 60–100 次小 pilot，按预先规则 Go / No-Go —— 只有出现稳定、可归因、可复现的结构才继续。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20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想请大家讨论</a:t>
            </a:r>
          </a:p>
          <a:p>
            <a:pPr algn="l"/>
            <a:r>
              <a:rPr sz="19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Q1  一个“全链逐段测量”要出现什么级别的结构性结果，才够成一篇 measurement paper？</a:t>
            </a:r>
          </a:p>
          <a:p>
            <a:pPr algn="l"/>
            <a:r>
              <a:rPr sz="19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Q2  要不做成玩具市场，正式实验至少需要哪些真实要素：真实 registry、真实落盘、多个 scaffold？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（备用）汇报口径红线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7688"/>
                </a:solidFill>
                <a:latin typeface="Alibaba PuHuiTi 3.0"/>
                <a:ea typeface="Alibaba PuHuiTi 3.0"/>
                <a:cs typeface="Alibaba PuHuiTi 3.0"/>
              </a:rPr>
              <a:t>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被追问时，守住这几条：</a:t>
            </a:r>
          </a:p>
          <a:p>
            <a:pPr algn="l"/>
            <a:r>
              <a:rPr sz="1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不说“第一个测 install / E2E / 自主触发” —— SCR、HalluSquatting 已分别覆盖。</a:t>
            </a:r>
          </a:p>
          <a:p>
            <a:pPr algn="l"/>
            <a:r>
              <a:rPr sz="1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“26.1% 有漏洞”是另一篇的静态筛查口径，被 SCR 误引；本篇是 0.16% 行为确认。</a:t>
            </a:r>
          </a:p>
          <a:p>
            <a:pPr algn="l"/>
            <a:r>
              <a:rPr sz="1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我的 0/2/1 是单模型先导观察，不是“明确任务天然安全”的普适结论。</a:t>
            </a:r>
          </a:p>
          <a:p>
            <a:pPr algn="l"/>
            <a:r>
              <a:rPr sz="1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三篇百分比不能直接横比：起点、终点、成功定义都不同。</a:t>
            </a:r>
          </a:p>
          <a:p>
            <a:pPr algn="l"/>
            <a:r>
              <a:rPr sz="1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research gap ≠ novelty：贡献要来自新测量 / 新现象 / 方法 / 防御，低装机率也要有结构才有价值。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